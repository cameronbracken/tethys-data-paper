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112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606F-8F44-1407-6313-4DF7209EC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806BB-D438-F516-116A-4F9C0FF7A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AC905-32DB-9D84-0911-891DA3DB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EA8D3-6505-8D9A-B500-D2C9BFE7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9D82-B865-3B1C-327F-5B810A7F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0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C670-6BD9-E3AE-D54E-13ADDF9E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942F9-0659-2F32-950D-B5DFACE59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8479C-2D62-BD22-0681-0D7F4EA5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EE0C3-C9BC-25B5-FE39-A1247E37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720B8-A941-4958-7638-A6C780AE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7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DDFC-C2EF-FC6F-B791-FF6413DC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2F930-8F4A-B1FA-5B0B-BD1ABAE73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05AB9-7E7B-2A95-6649-671FBA9A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D998A-812C-ABE6-8285-146C4062C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6404E-60B5-2430-866D-27079154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42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74080-996F-6C8D-178D-5DA3258D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741E2-4B42-1959-4924-C23E234F4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92692-A3A8-95D2-9EA6-44A3665E2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F635E-0F7E-3776-380D-C2E91F87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B8562-2C7E-D5BE-926F-9199B8275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57F95-1B94-1389-285A-A0E35276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590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FFF7-E0B4-0B5C-F074-30C552D9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5D470-70C7-C63C-3CF2-7E47928D7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5DECE-53B4-1E26-1D10-A03499811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D4E8C-15C3-8145-5ABB-5D1EA5005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89D077-7467-A67E-64EF-C89F0DE7A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DC8E8-2459-52BF-0CD5-D05479DB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81FCB-58ED-4196-4FBA-6BBF4A696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DEE3A-4CAA-0604-5C58-A82D8382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98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BD4CE-BBB6-B1FA-25AD-016176BE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9E3CD-2ACA-799A-228F-C09AA059C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2AD31-7E2D-2864-224B-58F7194D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693A0-0525-9C5B-F41C-0793DA12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91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2B654-3D07-F0F8-3F2D-F68B67FE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A2BC9-1627-F551-EA64-3AC26CC2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C729E-A0BB-E58E-A872-88C4F8AA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40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1188-4466-BDE6-3304-46E893923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36979-47D6-8424-4FC9-6BB8E32B1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FA490-190A-22AB-41CC-6A0FB497C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9E979-9051-7EDC-8935-B1E19C75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D8A75-638D-7525-192C-1232DB197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6B701-CCB5-6F60-7331-59AD4BA8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40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C859-5DC2-3B6C-4E7A-893F54922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B31F42-7FE9-92BA-17B6-2C5B542AE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F6D6E-DB2F-E13C-3615-34EEEB79F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FD446-D257-C550-F741-91EBFEFE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5EAC4-5263-0F23-F013-F5BB7ACE8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5AF23-F57B-1213-B530-805FB0CD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3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A505-B93D-4F3B-6BD8-8247082F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D01C3-C29C-F98D-210F-626A18CFA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976F0-B477-7C18-1D41-19E2FB11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08D10-89B3-7348-E24B-C80D2D71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E20C-B00E-88EB-E3FB-BEB595CD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4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ED1FD-5A6B-2D71-46B5-6526D4847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BE884-98A5-963C-44D1-991EF76EE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3EB21-BACD-0C56-C61E-A3A4254D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96BD-D7DD-67F1-E9DB-A986E0AB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750AE-20EF-C85B-87F7-B598DBB0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29BDBA-04B5-A76C-A7EA-FA450C1F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0BBAB-359B-6206-E920-56282246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902E7-D9E6-1D88-C3CA-2B1CEB7763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AE499-A987-43E2-BA30-6733C633C1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3B06F-141E-FF37-924F-AA221E391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50CCE-CBA2-B145-0294-522A04319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992C6-F9C7-4DE3-BC35-F34BDA251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4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7ED500-8318-9B1F-52D6-1B63F9B7285C}"/>
              </a:ext>
            </a:extLst>
          </p:cNvPr>
          <p:cNvSpPr/>
          <p:nvPr/>
        </p:nvSpPr>
        <p:spPr>
          <a:xfrm>
            <a:off x="1128827" y="399012"/>
            <a:ext cx="2512540" cy="121096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8 Scenarios</a:t>
            </a:r>
          </a:p>
          <a:p>
            <a:r>
              <a:rPr lang="en-US" sz="1600" dirty="0">
                <a:solidFill>
                  <a:schemeClr val="tx1"/>
                </a:solidFill>
              </a:rPr>
              <a:t>   2 SSPs (SSP3, SSP5)</a:t>
            </a:r>
          </a:p>
          <a:p>
            <a:r>
              <a:rPr lang="en-US" sz="1600" dirty="0">
                <a:solidFill>
                  <a:schemeClr val="tx1"/>
                </a:solidFill>
              </a:rPr>
              <a:t>x 2 RCPs (4.5, 8.5)</a:t>
            </a:r>
          </a:p>
          <a:p>
            <a:r>
              <a:rPr lang="en-US" sz="1600" dirty="0">
                <a:solidFill>
                  <a:schemeClr val="tx1"/>
                </a:solidFill>
              </a:rPr>
              <a:t>x 2 GCMs (cooler, hotter)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C8DE6D-DA7B-1B69-1E51-9E06CBE90052}"/>
              </a:ext>
            </a:extLst>
          </p:cNvPr>
          <p:cNvSpPr/>
          <p:nvPr/>
        </p:nvSpPr>
        <p:spPr>
          <a:xfrm>
            <a:off x="4767826" y="1058187"/>
            <a:ext cx="2080054" cy="999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GCAM-USA</a:t>
            </a:r>
            <a:endParaRPr lang="en-US" sz="18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Global, long-term, multi-sector dynamics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7F5D03-0528-597D-2818-B4CC4789AF65}"/>
              </a:ext>
            </a:extLst>
          </p:cNvPr>
          <p:cNvSpPr/>
          <p:nvPr/>
        </p:nvSpPr>
        <p:spPr>
          <a:xfrm>
            <a:off x="8412941" y="870565"/>
            <a:ext cx="2080054" cy="726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CERF</a:t>
            </a:r>
            <a:endParaRPr lang="en-US" sz="18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Power plant siting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826336-6C11-9B0B-58EE-68C68193E291}"/>
              </a:ext>
            </a:extLst>
          </p:cNvPr>
          <p:cNvSpPr/>
          <p:nvPr/>
        </p:nvSpPr>
        <p:spPr>
          <a:xfrm>
            <a:off x="8392860" y="1802646"/>
            <a:ext cx="2080054" cy="726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Demeter</a:t>
            </a:r>
            <a:endParaRPr lang="en-US" sz="1800" b="1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Land-use downscaling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4ECBF4-2090-A6EC-DC8B-C9F2A89B378D}"/>
              </a:ext>
            </a:extLst>
          </p:cNvPr>
          <p:cNvSpPr/>
          <p:nvPr/>
        </p:nvSpPr>
        <p:spPr>
          <a:xfrm>
            <a:off x="4286263" y="3004319"/>
            <a:ext cx="3006798" cy="726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Spatial Downscaling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Regional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to </a:t>
            </a:r>
            <a:r>
              <a:rPr lang="en-US" sz="1600" dirty="0">
                <a:solidFill>
                  <a:schemeClr val="tx1"/>
                </a:solidFill>
              </a:rPr>
              <a:t>1/8</a:t>
            </a:r>
            <a:r>
              <a:rPr lang="en-US" sz="1600" baseline="30000" dirty="0">
                <a:solidFill>
                  <a:schemeClr val="tx1"/>
                </a:solidFill>
              </a:rPr>
              <a:t>th</a:t>
            </a:r>
            <a:r>
              <a:rPr lang="en-US" sz="1600" dirty="0">
                <a:solidFill>
                  <a:schemeClr val="tx1"/>
                </a:solidFill>
              </a:rPr>
              <a:t> degree gridded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F5DBCA-DB50-6E84-61AB-DF71665869B5}"/>
              </a:ext>
            </a:extLst>
          </p:cNvPr>
          <p:cNvSpPr/>
          <p:nvPr/>
        </p:nvSpPr>
        <p:spPr>
          <a:xfrm>
            <a:off x="1345070" y="2235769"/>
            <a:ext cx="2080054" cy="8864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TGW Simulations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Future climate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6509A4B-D13A-6FB0-8BA1-95DC1B69AB39}"/>
              </a:ext>
            </a:extLst>
          </p:cNvPr>
          <p:cNvSpPr/>
          <p:nvPr/>
        </p:nvSpPr>
        <p:spPr>
          <a:xfrm>
            <a:off x="4286263" y="4482388"/>
            <a:ext cx="3006798" cy="726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Temporal Downscaling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Annual to monthly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1FEA077-B82A-44F8-18C9-1E94CAC551A9}"/>
              </a:ext>
            </a:extLst>
          </p:cNvPr>
          <p:cNvSpPr/>
          <p:nvPr/>
        </p:nvSpPr>
        <p:spPr>
          <a:xfrm>
            <a:off x="8628870" y="3245569"/>
            <a:ext cx="1522918" cy="34888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Irrigated area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91476BD-401F-250A-FCA4-E768A3322748}"/>
              </a:ext>
            </a:extLst>
          </p:cNvPr>
          <p:cNvSpPr/>
          <p:nvPr/>
        </p:nvSpPr>
        <p:spPr>
          <a:xfrm>
            <a:off x="8628869" y="3687310"/>
            <a:ext cx="1522918" cy="34888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Power plants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A10B5AB-6BA9-7B02-B183-4B979C7D80C4}"/>
              </a:ext>
            </a:extLst>
          </p:cNvPr>
          <p:cNvSpPr/>
          <p:nvPr/>
        </p:nvSpPr>
        <p:spPr>
          <a:xfrm>
            <a:off x="8628868" y="4604778"/>
            <a:ext cx="1522917" cy="34888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Livestock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99630A9-F1C5-2164-8083-B7A74B9E9D8C}"/>
              </a:ext>
            </a:extLst>
          </p:cNvPr>
          <p:cNvSpPr/>
          <p:nvPr/>
        </p:nvSpPr>
        <p:spPr>
          <a:xfrm>
            <a:off x="8220019" y="2853434"/>
            <a:ext cx="2348758" cy="22901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Gridded Spatial Proxies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5C005D-1230-D185-D3F0-BE983E8D73F0}"/>
              </a:ext>
            </a:extLst>
          </p:cNvPr>
          <p:cNvSpPr/>
          <p:nvPr/>
        </p:nvSpPr>
        <p:spPr>
          <a:xfrm>
            <a:off x="1593165" y="4307445"/>
            <a:ext cx="1522918" cy="34888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PET, Rainfall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DA43E4-E6E0-71CA-C775-38D5118644FA}"/>
              </a:ext>
            </a:extLst>
          </p:cNvPr>
          <p:cNvSpPr/>
          <p:nvPr/>
        </p:nvSpPr>
        <p:spPr>
          <a:xfrm>
            <a:off x="1593166" y="4784035"/>
            <a:ext cx="1522918" cy="34888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Temperature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313C61-C711-B474-D96C-B1B9F1F3F91A}"/>
              </a:ext>
            </a:extLst>
          </p:cNvPr>
          <p:cNvSpPr/>
          <p:nvPr/>
        </p:nvSpPr>
        <p:spPr>
          <a:xfrm>
            <a:off x="1593165" y="5242769"/>
            <a:ext cx="1522918" cy="34888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HDD, CDD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62A2B-95CF-EA84-323D-8405D9EB142C}"/>
              </a:ext>
            </a:extLst>
          </p:cNvPr>
          <p:cNvSpPr/>
          <p:nvPr/>
        </p:nvSpPr>
        <p:spPr>
          <a:xfrm>
            <a:off x="1003085" y="3721004"/>
            <a:ext cx="2764024" cy="229011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Monthly Climate Variables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D53F5C2-1AB2-4CF3-667B-2C18D5A330E0}"/>
              </a:ext>
            </a:extLst>
          </p:cNvPr>
          <p:cNvCxnSpPr>
            <a:stCxn id="17" idx="3"/>
            <a:endCxn id="61" idx="3"/>
          </p:cNvCxnSpPr>
          <p:nvPr/>
        </p:nvCxnSpPr>
        <p:spPr>
          <a:xfrm flipH="1">
            <a:off x="10151787" y="1234061"/>
            <a:ext cx="341208" cy="2627691"/>
          </a:xfrm>
          <a:prstGeom prst="bentConnector3">
            <a:avLst>
              <a:gd name="adj1" fmla="val -217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DDB8BEC-1A29-F93A-27E5-081DCB8A8540}"/>
              </a:ext>
            </a:extLst>
          </p:cNvPr>
          <p:cNvCxnSpPr>
            <a:stCxn id="18" idx="3"/>
            <a:endCxn id="59" idx="3"/>
          </p:cNvCxnSpPr>
          <p:nvPr/>
        </p:nvCxnSpPr>
        <p:spPr>
          <a:xfrm flipH="1">
            <a:off x="10151788" y="2166142"/>
            <a:ext cx="321126" cy="1253869"/>
          </a:xfrm>
          <a:prstGeom prst="bentConnector3">
            <a:avLst>
              <a:gd name="adj1" fmla="val -10710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39DE7530-1D31-0BF2-8CC4-8E1803068711}"/>
              </a:ext>
            </a:extLst>
          </p:cNvPr>
          <p:cNvSpPr/>
          <p:nvPr/>
        </p:nvSpPr>
        <p:spPr>
          <a:xfrm>
            <a:off x="6651232" y="5710989"/>
            <a:ext cx="1568787" cy="726992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Dataset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7F0C465-D3FE-F3BB-6147-65FADA91EC01}"/>
              </a:ext>
            </a:extLst>
          </p:cNvPr>
          <p:cNvCxnSpPr>
            <a:cxnSpLocks/>
            <a:stCxn id="2" idx="3"/>
            <a:endCxn id="16" idx="1"/>
          </p:cNvCxnSpPr>
          <p:nvPr/>
        </p:nvCxnSpPr>
        <p:spPr>
          <a:xfrm>
            <a:off x="3641367" y="1004494"/>
            <a:ext cx="1126459" cy="553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710FC0E-C31D-233A-4CF1-5735512540F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847880" y="1234061"/>
            <a:ext cx="1565061" cy="323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643C925-D449-07ED-71B9-EC4DA5950173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847880" y="1557927"/>
            <a:ext cx="1544980" cy="608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92A4139-D6FB-B474-9C56-517E1C7DC0CA}"/>
              </a:ext>
            </a:extLst>
          </p:cNvPr>
          <p:cNvCxnSpPr>
            <a:stCxn id="64" idx="1"/>
            <a:endCxn id="50" idx="3"/>
          </p:cNvCxnSpPr>
          <p:nvPr/>
        </p:nvCxnSpPr>
        <p:spPr>
          <a:xfrm flipH="1" flipV="1">
            <a:off x="7293061" y="3367815"/>
            <a:ext cx="926958" cy="630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8CA462D-62F7-D43F-9007-6FD7AB2C912E}"/>
              </a:ext>
            </a:extLst>
          </p:cNvPr>
          <p:cNvCxnSpPr>
            <a:stCxn id="7" idx="3"/>
            <a:endCxn id="53" idx="1"/>
          </p:cNvCxnSpPr>
          <p:nvPr/>
        </p:nvCxnSpPr>
        <p:spPr>
          <a:xfrm flipV="1">
            <a:off x="3767109" y="4845884"/>
            <a:ext cx="519154" cy="20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DDC3CF1-BDC9-7812-01E3-B4E5BFD042CB}"/>
              </a:ext>
            </a:extLst>
          </p:cNvPr>
          <p:cNvCxnSpPr>
            <a:stCxn id="2" idx="2"/>
            <a:endCxn id="52" idx="0"/>
          </p:cNvCxnSpPr>
          <p:nvPr/>
        </p:nvCxnSpPr>
        <p:spPr>
          <a:xfrm>
            <a:off x="2385097" y="1609975"/>
            <a:ext cx="0" cy="625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10313D-1D0D-3F8A-814E-9B1174524C36}"/>
              </a:ext>
            </a:extLst>
          </p:cNvPr>
          <p:cNvCxnSpPr>
            <a:stCxn id="52" idx="2"/>
            <a:endCxn id="7" idx="0"/>
          </p:cNvCxnSpPr>
          <p:nvPr/>
        </p:nvCxnSpPr>
        <p:spPr>
          <a:xfrm>
            <a:off x="2385097" y="3122171"/>
            <a:ext cx="0" cy="598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8096689-8AA7-A122-EC72-B137AAFADC86}"/>
              </a:ext>
            </a:extLst>
          </p:cNvPr>
          <p:cNvCxnSpPr>
            <a:cxnSpLocks/>
            <a:stCxn id="16" idx="2"/>
            <a:endCxn id="50" idx="0"/>
          </p:cNvCxnSpPr>
          <p:nvPr/>
        </p:nvCxnSpPr>
        <p:spPr>
          <a:xfrm flipH="1">
            <a:off x="5789662" y="2057667"/>
            <a:ext cx="18191" cy="946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15AA6C1-C35A-FF0E-CA85-171E280B400D}"/>
              </a:ext>
            </a:extLst>
          </p:cNvPr>
          <p:cNvCxnSpPr>
            <a:stCxn id="50" idx="2"/>
            <a:endCxn id="53" idx="0"/>
          </p:cNvCxnSpPr>
          <p:nvPr/>
        </p:nvCxnSpPr>
        <p:spPr>
          <a:xfrm>
            <a:off x="5789662" y="3731311"/>
            <a:ext cx="0" cy="751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2F98354-67C2-BF35-886E-230082C19903}"/>
              </a:ext>
            </a:extLst>
          </p:cNvPr>
          <p:cNvCxnSpPr>
            <a:stCxn id="53" idx="2"/>
            <a:endCxn id="90" idx="0"/>
          </p:cNvCxnSpPr>
          <p:nvPr/>
        </p:nvCxnSpPr>
        <p:spPr>
          <a:xfrm>
            <a:off x="5789662" y="5209380"/>
            <a:ext cx="1645964" cy="50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57899FD3-C9AB-1B3F-C648-6E72FE6EAC02}"/>
              </a:ext>
            </a:extLst>
          </p:cNvPr>
          <p:cNvSpPr/>
          <p:nvPr/>
        </p:nvSpPr>
        <p:spPr>
          <a:xfrm>
            <a:off x="8628867" y="4163037"/>
            <a:ext cx="1522918" cy="348883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Population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99630CB-F304-5E7D-E9EF-AB54A98A255B}"/>
              </a:ext>
            </a:extLst>
          </p:cNvPr>
          <p:cNvCxnSpPr>
            <a:cxnSpLocks/>
          </p:cNvCxnSpPr>
          <p:nvPr/>
        </p:nvCxnSpPr>
        <p:spPr>
          <a:xfrm>
            <a:off x="3706163" y="669505"/>
            <a:ext cx="6445622" cy="3667973"/>
          </a:xfrm>
          <a:prstGeom prst="bentConnector3">
            <a:avLst>
              <a:gd name="adj1" fmla="val 12259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2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A7E84CC-2B76-9480-2C18-48CA11CBCEFE}"/>
              </a:ext>
            </a:extLst>
          </p:cNvPr>
          <p:cNvSpPr/>
          <p:nvPr/>
        </p:nvSpPr>
        <p:spPr>
          <a:xfrm>
            <a:off x="1546234" y="715457"/>
            <a:ext cx="2080054" cy="999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Exogenous Scenario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2FCBF2-7B05-7EB5-652D-CC65C1083586}"/>
              </a:ext>
            </a:extLst>
          </p:cNvPr>
          <p:cNvSpPr/>
          <p:nvPr/>
        </p:nvSpPr>
        <p:spPr>
          <a:xfrm>
            <a:off x="1546234" y="2058225"/>
            <a:ext cx="2080054" cy="999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GCAM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3D77C2-A7F9-83DB-307F-05F3E02054B4}"/>
              </a:ext>
            </a:extLst>
          </p:cNvPr>
          <p:cNvSpPr/>
          <p:nvPr/>
        </p:nvSpPr>
        <p:spPr>
          <a:xfrm>
            <a:off x="1546234" y="4758953"/>
            <a:ext cx="2080054" cy="999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Temporal Downscaling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(Operation)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ABDFB5-E76F-218E-F676-19ABED5B407B}"/>
              </a:ext>
            </a:extLst>
          </p:cNvPr>
          <p:cNvSpPr txBox="1"/>
          <p:nvPr/>
        </p:nvSpPr>
        <p:spPr>
          <a:xfrm>
            <a:off x="4114202" y="892031"/>
            <a:ext cx="2314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Population and living standards assumptions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602B9-2FCC-9231-B672-8F65170F0D12}"/>
              </a:ext>
            </a:extLst>
          </p:cNvPr>
          <p:cNvSpPr txBox="1"/>
          <p:nvPr/>
        </p:nvSpPr>
        <p:spPr>
          <a:xfrm>
            <a:off x="4114202" y="2058225"/>
            <a:ext cx="36328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processes (agricultural, energy, etc.) would be required to transform raw resources into final goods to meet the demands of such a world?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AB6FA-36EE-9838-6D06-0553DE47B496}"/>
              </a:ext>
            </a:extLst>
          </p:cNvPr>
          <p:cNvSpPr txBox="1"/>
          <p:nvPr/>
        </p:nvSpPr>
        <p:spPr>
          <a:xfrm>
            <a:off x="4114201" y="3454260"/>
            <a:ext cx="3632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would the infrastructure (cropland, power plants, etc.) to conduct these processes be located?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AF95C3-6D18-B600-D2E2-90D439EFF400}"/>
              </a:ext>
            </a:extLst>
          </p:cNvPr>
          <p:cNvSpPr/>
          <p:nvPr/>
        </p:nvSpPr>
        <p:spPr>
          <a:xfrm>
            <a:off x="1546234" y="3416185"/>
            <a:ext cx="2080054" cy="9994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Spatial Downscaling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(Siting)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5686A-B7E6-172D-CEF6-21950B63DCDA}"/>
              </a:ext>
            </a:extLst>
          </p:cNvPr>
          <p:cNvSpPr txBox="1"/>
          <p:nvPr/>
        </p:nvSpPr>
        <p:spPr>
          <a:xfrm>
            <a:off x="4114200" y="4869830"/>
            <a:ext cx="3006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would these processes occur (time of year, day)?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673D893-7F7C-04C3-677B-BC571A0514DD}"/>
              </a:ext>
            </a:extLst>
          </p:cNvPr>
          <p:cNvCxnSpPr>
            <a:cxnSpLocks/>
          </p:cNvCxnSpPr>
          <p:nvPr/>
        </p:nvCxnSpPr>
        <p:spPr>
          <a:xfrm>
            <a:off x="886714" y="1491782"/>
            <a:ext cx="0" cy="3777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96D91F-0FEB-2085-FA2C-F29D3113D236}"/>
              </a:ext>
            </a:extLst>
          </p:cNvPr>
          <p:cNvSpPr txBox="1"/>
          <p:nvPr/>
        </p:nvSpPr>
        <p:spPr>
          <a:xfrm>
            <a:off x="610145" y="845451"/>
            <a:ext cx="788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term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4957C8-9B84-5A70-5299-07E73D608ABF}"/>
              </a:ext>
            </a:extLst>
          </p:cNvPr>
          <p:cNvSpPr txBox="1"/>
          <p:nvPr/>
        </p:nvSpPr>
        <p:spPr>
          <a:xfrm>
            <a:off x="610145" y="5305024"/>
            <a:ext cx="1001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Short term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787DCD-E377-EBA9-3A95-45716751D78C}"/>
              </a:ext>
            </a:extLst>
          </p:cNvPr>
          <p:cNvSpPr txBox="1"/>
          <p:nvPr/>
        </p:nvSpPr>
        <p:spPr>
          <a:xfrm>
            <a:off x="8449574" y="4592831"/>
            <a:ext cx="3291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Scarcity if water that was expected to be available is not (natural/supply induced)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E8AF55-234F-A83C-38D9-4C40A20A82C2}"/>
              </a:ext>
            </a:extLst>
          </p:cNvPr>
          <p:cNvSpPr txBox="1"/>
          <p:nvPr/>
        </p:nvSpPr>
        <p:spPr>
          <a:xfrm>
            <a:off x="8340301" y="3378177"/>
            <a:ext cx="31842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Scarcity if we plan for water that turns out to be unavailable (human/demand induced)</a:t>
            </a:r>
          </a:p>
        </p:txBody>
      </p:sp>
    </p:spTree>
    <p:extLst>
      <p:ext uri="{BB962C8B-B14F-4D97-AF65-F5344CB8AC3E}">
        <p14:creationId xmlns:p14="http://schemas.microsoft.com/office/powerpoint/2010/main" val="736048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192</Words>
  <Application>Microsoft Office PowerPoint</Application>
  <PresentationFormat>Widescreen</PresentationFormat>
  <Paragraphs>40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Thompson, Isaac F</dc:creator>
  <cp:lastModifiedBy>Thompson, Isaac F</cp:lastModifiedBy>
  <cp:revision>4</cp:revision>
  <dcterms:created xsi:type="dcterms:W3CDTF">2023-05-16T18:46:58Z</dcterms:created>
  <dcterms:modified xsi:type="dcterms:W3CDTF">2023-06-15T20:42:55Z</dcterms:modified>
</cp:coreProperties>
</file>